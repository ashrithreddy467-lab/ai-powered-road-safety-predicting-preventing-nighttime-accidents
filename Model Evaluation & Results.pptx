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Poppins Light" charset="1" panose="00000400000000000000"/>
      <p:regular r:id="rId21"/>
    </p:embeddedFont>
    <p:embeddedFont>
      <p:font typeface="Poppin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17340" y="2575709"/>
            <a:ext cx="11253320" cy="299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1"/>
              </a:lnSpc>
            </a:pPr>
            <a:r>
              <a:rPr lang="en-US" b="true" sz="8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 EVALUATION &amp; RESULTS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155132" y="5913479"/>
            <a:ext cx="9977737" cy="47625"/>
            <a:chOff x="0" y="0"/>
            <a:chExt cx="2627881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7881" cy="12543"/>
            </a:xfrm>
            <a:custGeom>
              <a:avLst/>
              <a:gdLst/>
              <a:ahLst/>
              <a:cxnLst/>
              <a:rect r="r" b="b" t="t" l="l"/>
              <a:pathLst>
                <a:path h="12543" w="2627881">
                  <a:moveTo>
                    <a:pt x="0" y="0"/>
                  </a:moveTo>
                  <a:lnTo>
                    <a:pt x="2627881" y="0"/>
                  </a:lnTo>
                  <a:lnTo>
                    <a:pt x="2627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627881" cy="6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934510" y="6227804"/>
            <a:ext cx="12418981" cy="166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spc="72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CROWD-SOURCED ROAD SAFETY ALERT SYSTEM</a:t>
            </a:r>
          </a:p>
          <a:p>
            <a:pPr algn="ctr">
              <a:lnSpc>
                <a:spcPts val="4060"/>
              </a:lnSpc>
            </a:pPr>
            <a:r>
              <a:rPr lang="en-US" sz="2900" spc="72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Event: ALGOMATH DATATHON 2026</a:t>
            </a:r>
          </a:p>
          <a:p>
            <a:pPr algn="ctr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29322" y="175032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68765" y="-169055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15160" y="668915"/>
            <a:ext cx="13351081" cy="200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TEAM</a:t>
            </a:r>
          </a:p>
          <a:p>
            <a:pPr algn="l">
              <a:lnSpc>
                <a:spcPts val="78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415641" y="2725419"/>
            <a:ext cx="13554565" cy="470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46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T.ASHRITH REDDY 2510040077</a:t>
            </a:r>
          </a:p>
          <a:p>
            <a:pPr algn="l">
              <a:lnSpc>
                <a:spcPts val="6579"/>
              </a:lnSpc>
            </a:pPr>
            <a:r>
              <a:rPr lang="en-US" sz="46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L.BHARATH CHANDRA 2510040031</a:t>
            </a:r>
          </a:p>
          <a:p>
            <a:pPr algn="l">
              <a:lnSpc>
                <a:spcPts val="6579"/>
              </a:lnSpc>
            </a:pPr>
            <a:r>
              <a:rPr lang="en-US" sz="46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S.SHREYANSH</a:t>
            </a:r>
            <a:r>
              <a:rPr lang="en-US" sz="46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RAO 2510040033</a:t>
            </a:r>
          </a:p>
          <a:p>
            <a:pPr algn="l">
              <a:lnSpc>
                <a:spcPts val="6579"/>
              </a:lnSpc>
            </a:pPr>
            <a:r>
              <a:rPr lang="en-US" sz="46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S.V</a:t>
            </a:r>
            <a:r>
              <a:rPr lang="en-US" sz="46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AMSHI KRISHNA 2510030247</a:t>
            </a:r>
          </a:p>
          <a:p>
            <a:pPr algn="l">
              <a:lnSpc>
                <a:spcPts val="6579"/>
              </a:lnSpc>
            </a:pPr>
            <a:r>
              <a:rPr lang="en-US" sz="46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K.P</a:t>
            </a:r>
            <a:r>
              <a:rPr lang="en-US" sz="46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RABHAS CHARY 2510030079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883015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reallygreatsite.com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706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68765" y="-169055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9713" y="697788"/>
            <a:ext cx="8725063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EVALUATION APPROACH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364993"/>
            <a:ext cx="13554565" cy="707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We Did: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mathematical risk prediction model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Tested logic on various road scenarios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Validated predictions manually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Method: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Input: Hazard type, severity, time of day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Mathematical calculation using weights and sigmoid/SoftMax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Output: Risk level (Green, Yellow, Red)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883015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reallygreatsite.com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706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68765" y="-169055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9713" y="697788"/>
            <a:ext cx="13351081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MATHEMATICAL MODEL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09947"/>
            <a:ext cx="13554565" cy="630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Type: Rule-based probabilistic classification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Validation Method: Logic testing on sample scenarios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</a:t>
            </a: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rmance: Based on manual testing of ~50 scenarios,</a:t>
            </a:r>
          </a:p>
          <a:p>
            <a:pPr algn="l">
              <a:lnSpc>
                <a:spcPts val="5179"/>
              </a:lnSpc>
            </a:pP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model demonstrates:</a:t>
            </a:r>
          </a:p>
          <a:p>
            <a:pPr algn="l" marL="798821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Consis</a:t>
            </a: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tent risk classification</a:t>
            </a:r>
          </a:p>
          <a:p>
            <a:pPr algn="l" marL="798821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Appropriate weight distribution</a:t>
            </a:r>
          </a:p>
          <a:p>
            <a:pPr algn="l" marL="798821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Reliable safety alerts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883015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reallygreatsite.com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706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68765" y="-169055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62157" y="2424247"/>
            <a:ext cx="14173135" cy="5598388"/>
          </a:xfrm>
          <a:custGeom>
            <a:avLst/>
            <a:gdLst/>
            <a:ahLst/>
            <a:cxnLst/>
            <a:rect r="r" b="b" t="t" l="l"/>
            <a:pathLst>
              <a:path h="5598388" w="14173135">
                <a:moveTo>
                  <a:pt x="0" y="0"/>
                </a:moveTo>
                <a:lnTo>
                  <a:pt x="14173135" y="0"/>
                </a:lnTo>
                <a:lnTo>
                  <a:pt x="14173135" y="5598388"/>
                </a:lnTo>
                <a:lnTo>
                  <a:pt x="0" y="5598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9713" y="697788"/>
            <a:ext cx="13351081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SAMPLE TEST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883015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reallygreatsite.com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706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68765" y="-169055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2070" y="2424247"/>
            <a:ext cx="12266367" cy="7129826"/>
          </a:xfrm>
          <a:custGeom>
            <a:avLst/>
            <a:gdLst/>
            <a:ahLst/>
            <a:cxnLst/>
            <a:rect r="r" b="b" t="t" l="l"/>
            <a:pathLst>
              <a:path h="7129826" w="12266367">
                <a:moveTo>
                  <a:pt x="0" y="0"/>
                </a:moveTo>
                <a:lnTo>
                  <a:pt x="12266367" y="0"/>
                </a:lnTo>
                <a:lnTo>
                  <a:pt x="12266367" y="7129826"/>
                </a:lnTo>
                <a:lnTo>
                  <a:pt x="0" y="71298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9713" y="697788"/>
            <a:ext cx="13351081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MATHEMATICAL FOUNDATION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706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68765" y="-169055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9713" y="697788"/>
            <a:ext cx="13351081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FEATURE IMPORTANCE (BY DESIGN)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4427" y="2338522"/>
            <a:ext cx="13554565" cy="647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Weight Distribution in Our 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Model: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Hazard Type: Highest Priority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Accident: 3.5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locked: 4.0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Construction: 1.5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Severity: Direct Multiplier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cale: 1-5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Directly affects risk score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Time of Day: Risk Amplifier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Night: 1.8× multiplier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Day: 1.0× (baseline)</a:t>
            </a:r>
          </a:p>
          <a:p>
            <a:pPr algn="l">
              <a:lnSpc>
                <a:spcPts val="21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706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68765" y="-169055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9713" y="697788"/>
            <a:ext cx="13351081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EVALUATION METRICS (CONCEPTUAL)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38070"/>
            <a:ext cx="13554565" cy="692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We Evaluated: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Logical Consistency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Higher severity → Higher risk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 &gt; Blocked &gt; Construction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Night &gt; Day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Threshold App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rop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riateness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Red: High danger scenarios only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Yellow: Moderate r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isk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Gre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en: Low risk conditions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Edg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Case Handling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Extreme combinations tested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Boundary conditions validated</a:t>
            </a:r>
          </a:p>
          <a:p>
            <a:pPr algn="l">
              <a:lnSpc>
                <a:spcPts val="168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706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68765" y="-169055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9713" y="716838"/>
            <a:ext cx="16473961" cy="868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COMPARISON WITH ALTERNATIVE APPROACHES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767840"/>
            <a:ext cx="13554565" cy="666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ontent: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Approach vs Alternatives: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Simple Binary (Safe/Unsafe):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Only 2 categories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mod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el: 3 levels (more nuanced) ✅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Equal Weights for All Hazards: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Treats construction = accident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model: Prioritizes by danger ✅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Time 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Consid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eration: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Ign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ores day/night difference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model: Accounts for visibility ✅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Conclusion: Our design choices are justified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883015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reallygreatsite.com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706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68765" y="-169055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9713" y="697788"/>
            <a:ext cx="13351081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STRENGTHS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48047"/>
            <a:ext cx="13554565" cy="692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ontent: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Mathematically Sound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Based on probability theory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Uses standard ML functions (sigmoid, softmax)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Exp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lainable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Clear why each prediction was made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Users can trust the logic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Fast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calculations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training delay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Safety-Focused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ervative approach (better to over-warn)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Prioritizes dangerous situations</a:t>
            </a:r>
          </a:p>
          <a:p>
            <a:pPr algn="l">
              <a:lnSpc>
                <a:spcPts val="168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706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68765" y="-169055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9713" y="697788"/>
            <a:ext cx="13351081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CURRENT PROTOTYPE STATUS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38522"/>
            <a:ext cx="13554565" cy="666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We Built: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Working prediction engine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✅ User interface for reporting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✅ Alert generation system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✅ Math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matical risk model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We Validated: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Logic correctness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✅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Mathematical soundness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✅ User flow functionality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What's Next: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⏭️ Real u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 da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 collection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⏭️ Statistical validation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⏭️ M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odel retraining with actual data</a:t>
            </a:r>
          </a:p>
          <a:p>
            <a:pPr algn="l">
              <a:lnSpc>
                <a:spcPts val="154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706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68765" y="-169055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9713" y="697788"/>
            <a:ext cx="13351081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9713" y="2897006"/>
            <a:ext cx="13554565" cy="499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Project Outcome: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Successfully built a working road sa</a:t>
            </a: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ety prediction system with:</a:t>
            </a:r>
          </a:p>
          <a:p>
            <a:pPr algn="l" marL="798821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Clear mathematical foundat</a:t>
            </a: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</a:t>
            </a: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</a:p>
          <a:p>
            <a:pPr algn="l" marL="798821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Functional prototype</a:t>
            </a:r>
          </a:p>
          <a:p>
            <a:pPr algn="l" marL="798821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Validated logic</a:t>
            </a:r>
          </a:p>
          <a:p>
            <a:pPr algn="l" marL="798821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Ready for data collection phase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706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68765" y="-169055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9713" y="697788"/>
            <a:ext cx="13351081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28997"/>
            <a:ext cx="13554565" cy="625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Phase 1: Data Collection (Critical Next Step)</a:t>
            </a:r>
          </a:p>
          <a:p>
            <a:pPr algn="l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Deploy to small user group</a:t>
            </a:r>
          </a:p>
          <a:p>
            <a:pPr algn="l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Coll</a:t>
            </a: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ect 500-1000 real repo</a:t>
            </a: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rts</a:t>
            </a:r>
          </a:p>
          <a:p>
            <a:pPr algn="l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 training dataset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Phase 2: Model Training</a:t>
            </a:r>
          </a:p>
          <a:p>
            <a:pPr algn="l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Train ML model on collected data</a:t>
            </a:r>
          </a:p>
          <a:p>
            <a:pPr algn="l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Validate accuracy statistically</a:t>
            </a:r>
          </a:p>
          <a:p>
            <a:pPr algn="l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Compare wi</a:t>
            </a: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 current rule-based approach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Phase 3: •Wearable device integration</a:t>
            </a:r>
          </a:p>
          <a:p>
            <a:pPr algn="l">
              <a:lnSpc>
                <a:spcPts val="196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68765" y="-169055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25531" y="3094706"/>
            <a:ext cx="11069757" cy="282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37"/>
              </a:lnSpc>
            </a:pPr>
            <a:r>
              <a:rPr lang="en-US" sz="155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DAHArTlI8mg</dc:identifier>
  <dcterms:modified xsi:type="dcterms:W3CDTF">2011-08-01T06:04:30Z</dcterms:modified>
  <cp:revision>1</cp:revision>
  <dc:title>Model Evaluation &amp; Results</dc:title>
</cp:coreProperties>
</file>